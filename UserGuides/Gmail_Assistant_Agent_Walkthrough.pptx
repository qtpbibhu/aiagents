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Gmail Assistant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n8n + AI Automation Workflow</a:t>
            </a:r>
          </a:p>
          <a:p>
            <a:pPr/>
            <a:r>
              <a:t>Automates professional email writing and sending</a:t>
            </a:r>
          </a:p>
          <a:p>
            <a:pPr/>
            <a:r>
              <a:t>Powered by Google Gemini + Gmail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Workflow Name: Gmail Assistant Agent</a:t>
            </a:r>
          </a:p>
          <a:p>
            <a:pPr/>
            <a:r>
              <a:t>Purpose: Automatically compose and send professional emails</a:t>
            </a:r>
          </a:p>
          <a:p>
            <a:pPr/>
            <a:r>
              <a:t>Use Case: Business communication, support replies, client outreach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User sends chat message</a:t>
            </a:r>
          </a:p>
          <a:p>
            <a:pPr/>
            <a:r>
              <a:t>Chat Trigger receives request</a:t>
            </a:r>
          </a:p>
          <a:p>
            <a:pPr/>
            <a:r>
              <a:t>AI Agent processes request</a:t>
            </a:r>
          </a:p>
          <a:p>
            <a:pPr/>
            <a:r>
              <a:t>Gemini LLM generates email</a:t>
            </a:r>
          </a:p>
          <a:p>
            <a:pPr/>
            <a:r>
              <a:t>Gmail node sends email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Trigger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Node: When chat message received</a:t>
            </a:r>
          </a:p>
          <a:p>
            <a:pPr/>
            <a:r>
              <a:t>Type: Chat Trigger (Webhook)</a:t>
            </a:r>
          </a:p>
          <a:p>
            <a:pPr/>
            <a:r>
              <a:t>Receives user input from chat or 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Processing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Node: AI Agent (LangChain)</a:t>
            </a:r>
          </a:p>
          <a:p>
            <a:pPr/>
            <a:r>
              <a:t>Rewrites email professionally</a:t>
            </a:r>
          </a:p>
          <a:p>
            <a:pPr/>
            <a:r>
              <a:t>Generates subject + body</a:t>
            </a:r>
          </a:p>
          <a:p>
            <a:pPr/>
            <a:r>
              <a:t>Adds signature automatically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Language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Node: Google Gemini Chat Model</a:t>
            </a:r>
          </a:p>
          <a:p>
            <a:pPr/>
            <a:r>
              <a:t>Generates natural language email content</a:t>
            </a:r>
          </a:p>
          <a:p>
            <a:pPr/>
            <a:r>
              <a:t>Uses system prompt for formatting rules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 Component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Node: Simple Memory</a:t>
            </a:r>
          </a:p>
          <a:p>
            <a:pPr/>
            <a:r>
              <a:t>Stores previous conversation</a:t>
            </a:r>
          </a:p>
          <a:p>
            <a:pPr/>
            <a:r>
              <a:t>Supports follow-up refinement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Email 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Node: Gmail Tool</a:t>
            </a:r>
          </a:p>
          <a:p>
            <a:pPr/>
            <a:r>
              <a:t>Uses Gmail OAuth credentials</a:t>
            </a:r>
          </a:p>
          <a:p>
            <a:pPr/>
            <a:r>
              <a:t>Sends email to recipients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User Input → AI Agent</a:t>
            </a:r>
          </a:p>
          <a:p>
            <a:pPr/>
            <a:r>
              <a:t>AI Agent → LLM + Memory</a:t>
            </a:r>
          </a:p>
          <a:p>
            <a:pPr/>
            <a:r>
              <a:t>AI Agent → Gmail Tool</a:t>
            </a:r>
          </a:p>
          <a:p>
            <a:pPr/>
            <a:r>
              <a:t>Email delivered to inbox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Import workflow into n8n</a:t>
            </a:r>
          </a:p>
          <a:p>
            <a:pPr/>
            <a:r>
              <a:t>Configure Gemini API credentials</a:t>
            </a:r>
          </a:p>
          <a:p>
            <a:pPr/>
            <a:r>
              <a:t>Configure Gmail OAuth</a:t>
            </a:r>
          </a:p>
          <a:p>
            <a:pPr/>
            <a:r>
              <a:t>Activate workflow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Input: Send email to abc@gmail.com</a:t>
            </a:r>
          </a:p>
          <a:p>
            <a:pPr/>
            <a:r>
              <a:t>Subject: Great experience</a:t>
            </a:r>
          </a:p>
          <a:p>
            <a:pPr/>
            <a:r>
              <a:t>Body: Hands-on session on AI Agents was amazing</a:t>
            </a:r>
          </a:p>
          <a:p>
            <a:pPr/>
            <a:r>
              <a:t>Output: Professional email sent automatically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Check Gmail OAuth connection</a:t>
            </a:r>
          </a:p>
          <a:p>
            <a:pPr/>
            <a:r>
              <a:t>Verify Gemini API key</a:t>
            </a:r>
          </a:p>
          <a:p>
            <a:pPr/>
            <a:r>
              <a:t>Ensure correct recipient email format</a:t>
            </a:r>
          </a:p>
          <a:p>
            <a:pPr/>
            <a:r>
              <a:t>Check n8n execution logs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Customization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Change system prompt</a:t>
            </a:r>
          </a:p>
          <a:p>
            <a:pPr/>
            <a:r>
              <a:t>Add attachments</a:t>
            </a:r>
          </a:p>
          <a:p>
            <a:pPr/>
            <a:r>
              <a:t>Connect CRM or database</a:t>
            </a:r>
          </a:p>
          <a:p>
            <a:pPr/>
            <a:r>
              <a:t>Add approval workflow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Saves time in email writing</a:t>
            </a:r>
          </a:p>
          <a:p>
            <a:pPr/>
            <a:r>
              <a:t>Professional communication quality</a:t>
            </a:r>
          </a:p>
          <a:p>
            <a:pPr/>
            <a:r>
              <a:t>Fully automated process</a:t>
            </a:r>
          </a:p>
          <a:p>
            <a:pPr/>
            <a:r>
              <a:t>Scalable webhook architecture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AI-powered Gmail automation using n8n</a:t>
            </a:r>
          </a:p>
          <a:p>
            <a:pPr/>
            <a:r>
              <a:t>Improves productivity and consistency</a:t>
            </a:r>
          </a:p>
          <a:p>
            <a:pPr/>
            <a:r>
              <a:t>Ready for enterprise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